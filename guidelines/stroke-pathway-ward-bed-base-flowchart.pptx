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392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YESSA, Rayessa (NHS HUMBER HEALTH PARTNERSHIP - RWA)" userId="fc062d3d-d04a-4923-9c63-ac42a6288f14" providerId="ADAL" clId="{3009D761-0EA5-4CB2-A23F-7026F97DC100}"/>
    <pc:docChg chg="custSel addSld modSld">
      <pc:chgData name="RAYESSA, Rayessa (NHS HUMBER HEALTH PARTNERSHIP - RWA)" userId="fc062d3d-d04a-4923-9c63-ac42a6288f14" providerId="ADAL" clId="{3009D761-0EA5-4CB2-A23F-7026F97DC100}" dt="2026-01-13T22:42:19.492" v="105" actId="680"/>
      <pc:docMkLst>
        <pc:docMk/>
      </pc:docMkLst>
      <pc:sldChg chg="addSp delSp modSp mod">
        <pc:chgData name="RAYESSA, Rayessa (NHS HUMBER HEALTH PARTNERSHIP - RWA)" userId="fc062d3d-d04a-4923-9c63-ac42a6288f14" providerId="ADAL" clId="{3009D761-0EA5-4CB2-A23F-7026F97DC100}" dt="2026-01-13T22:20:52.101" v="104" actId="20577"/>
        <pc:sldMkLst>
          <pc:docMk/>
          <pc:sldMk cId="0" sldId="256"/>
        </pc:sldMkLst>
        <pc:spChg chg="mod">
          <ac:chgData name="RAYESSA, Rayessa (NHS HUMBER HEALTH PARTNERSHIP - RWA)" userId="fc062d3d-d04a-4923-9c63-ac42a6288f14" providerId="ADAL" clId="{3009D761-0EA5-4CB2-A23F-7026F97DC100}" dt="2026-01-13T21:31:48.156" v="20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RAYESSA, Rayessa (NHS HUMBER HEALTH PARTNERSHIP - RWA)" userId="fc062d3d-d04a-4923-9c63-ac42a6288f14" providerId="ADAL" clId="{3009D761-0EA5-4CB2-A23F-7026F97DC100}" dt="2026-01-13T21:50:32.514" v="67" actId="122"/>
          <ac:spMkLst>
            <pc:docMk/>
            <pc:sldMk cId="0" sldId="256"/>
            <ac:spMk id="3" creationId="{00000000-0000-0000-0000-000000000000}"/>
          </ac:spMkLst>
        </pc:spChg>
        <pc:spChg chg="mod">
          <ac:chgData name="RAYESSA, Rayessa (NHS HUMBER HEALTH PARTNERSHIP - RWA)" userId="fc062d3d-d04a-4923-9c63-ac42a6288f14" providerId="ADAL" clId="{3009D761-0EA5-4CB2-A23F-7026F97DC100}" dt="2026-01-13T21:52:06.677" v="82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RAYESSA, Rayessa (NHS HUMBER HEALTH PARTNERSHIP - RWA)" userId="fc062d3d-d04a-4923-9c63-ac42a6288f14" providerId="ADAL" clId="{3009D761-0EA5-4CB2-A23F-7026F97DC100}" dt="2026-01-13T22:19:25.011" v="98" actId="20577"/>
          <ac:spMkLst>
            <pc:docMk/>
            <pc:sldMk cId="0" sldId="256"/>
            <ac:spMk id="6" creationId="{00000000-0000-0000-0000-000000000000}"/>
          </ac:spMkLst>
        </pc:spChg>
        <pc:spChg chg="del">
          <ac:chgData name="RAYESSA, Rayessa (NHS HUMBER HEALTH PARTNERSHIP - RWA)" userId="fc062d3d-d04a-4923-9c63-ac42a6288f14" providerId="ADAL" clId="{3009D761-0EA5-4CB2-A23F-7026F97DC100}" dt="2026-01-13T21:37:19.386" v="65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RAYESSA, Rayessa (NHS HUMBER HEALTH PARTNERSHIP - RWA)" userId="fc062d3d-d04a-4923-9c63-ac42a6288f14" providerId="ADAL" clId="{3009D761-0EA5-4CB2-A23F-7026F97DC100}" dt="2026-01-13T21:37:10.202" v="64" actId="478"/>
          <ac:spMkLst>
            <pc:docMk/>
            <pc:sldMk cId="0" sldId="256"/>
            <ac:spMk id="9" creationId="{00000000-0000-0000-0000-000000000000}"/>
          </ac:spMkLst>
        </pc:spChg>
        <pc:spChg chg="add mod">
          <ac:chgData name="RAYESSA, Rayessa (NHS HUMBER HEALTH PARTNERSHIP - RWA)" userId="fc062d3d-d04a-4923-9c63-ac42a6288f14" providerId="ADAL" clId="{3009D761-0EA5-4CB2-A23F-7026F97DC100}" dt="2026-01-13T21:33:58.924" v="57" actId="403"/>
          <ac:spMkLst>
            <pc:docMk/>
            <pc:sldMk cId="0" sldId="256"/>
            <ac:spMk id="10" creationId="{5F4BA5A1-EAB6-CB67-3515-1CFE7352529C}"/>
          </ac:spMkLst>
        </pc:spChg>
        <pc:spChg chg="add mod">
          <ac:chgData name="RAYESSA, Rayessa (NHS HUMBER HEALTH PARTNERSHIP - RWA)" userId="fc062d3d-d04a-4923-9c63-ac42a6288f14" providerId="ADAL" clId="{3009D761-0EA5-4CB2-A23F-7026F97DC100}" dt="2026-01-13T22:16:44.842" v="93" actId="1076"/>
          <ac:spMkLst>
            <pc:docMk/>
            <pc:sldMk cId="0" sldId="256"/>
            <ac:spMk id="14" creationId="{9E4792F8-FCC4-BDAF-4A5C-D02A359A996B}"/>
          </ac:spMkLst>
        </pc:spChg>
        <pc:spChg chg="add mod">
          <ac:chgData name="RAYESSA, Rayessa (NHS HUMBER HEALTH PARTNERSHIP - RWA)" userId="fc062d3d-d04a-4923-9c63-ac42a6288f14" providerId="ADAL" clId="{3009D761-0EA5-4CB2-A23F-7026F97DC100}" dt="2026-01-13T22:16:39.609" v="92" actId="14100"/>
          <ac:spMkLst>
            <pc:docMk/>
            <pc:sldMk cId="0" sldId="256"/>
            <ac:spMk id="32" creationId="{A2DE5736-8B9E-05A1-C682-566CA6E7FA94}"/>
          </ac:spMkLst>
        </pc:spChg>
        <pc:spChg chg="add mod">
          <ac:chgData name="RAYESSA, Rayessa (NHS HUMBER HEALTH PARTNERSHIP - RWA)" userId="fc062d3d-d04a-4923-9c63-ac42a6288f14" providerId="ADAL" clId="{3009D761-0EA5-4CB2-A23F-7026F97DC100}" dt="2026-01-13T22:20:52.101" v="104" actId="20577"/>
          <ac:spMkLst>
            <pc:docMk/>
            <pc:sldMk cId="0" sldId="256"/>
            <ac:spMk id="33" creationId="{CE1464B8-AF97-1665-6F33-FBF103BCFB3F}"/>
          </ac:spMkLst>
        </pc:spChg>
        <pc:cxnChg chg="add mod">
          <ac:chgData name="RAYESSA, Rayessa (NHS HUMBER HEALTH PARTNERSHIP - RWA)" userId="fc062d3d-d04a-4923-9c63-ac42a6288f14" providerId="ADAL" clId="{3009D761-0EA5-4CB2-A23F-7026F97DC100}" dt="2026-01-13T21:33:06.101" v="38" actId="1076"/>
          <ac:cxnSpMkLst>
            <pc:docMk/>
            <pc:sldMk cId="0" sldId="256"/>
            <ac:cxnSpMk id="12" creationId="{2A9E78F4-6100-E415-C094-B67BCC8B2F5B}"/>
          </ac:cxnSpMkLst>
        </pc:cxnChg>
        <pc:cxnChg chg="add">
          <ac:chgData name="RAYESSA, Rayessa (NHS HUMBER HEALTH PARTNERSHIP - RWA)" userId="fc062d3d-d04a-4923-9c63-ac42a6288f14" providerId="ADAL" clId="{3009D761-0EA5-4CB2-A23F-7026F97DC100}" dt="2026-01-13T21:34:13.164" v="58" actId="11529"/>
          <ac:cxnSpMkLst>
            <pc:docMk/>
            <pc:sldMk cId="0" sldId="256"/>
            <ac:cxnSpMk id="16" creationId="{2F261B61-E863-1BB7-C587-EFB3F0BB8342}"/>
          </ac:cxnSpMkLst>
        </pc:cxnChg>
        <pc:cxnChg chg="add mod">
          <ac:chgData name="RAYESSA, Rayessa (NHS HUMBER HEALTH PARTNERSHIP - RWA)" userId="fc062d3d-d04a-4923-9c63-ac42a6288f14" providerId="ADAL" clId="{3009D761-0EA5-4CB2-A23F-7026F97DC100}" dt="2026-01-13T21:36:21.860" v="63" actId="14100"/>
          <ac:cxnSpMkLst>
            <pc:docMk/>
            <pc:sldMk cId="0" sldId="256"/>
            <ac:cxnSpMk id="18" creationId="{0C220A87-1428-B012-98FB-7A392F0D4CE7}"/>
          </ac:cxnSpMkLst>
        </pc:cxnChg>
        <pc:cxnChg chg="add">
          <ac:chgData name="RAYESSA, Rayessa (NHS HUMBER HEALTH PARTNERSHIP - RWA)" userId="fc062d3d-d04a-4923-9c63-ac42a6288f14" providerId="ADAL" clId="{3009D761-0EA5-4CB2-A23F-7026F97DC100}" dt="2026-01-13T21:50:52.038" v="68" actId="11529"/>
          <ac:cxnSpMkLst>
            <pc:docMk/>
            <pc:sldMk cId="0" sldId="256"/>
            <ac:cxnSpMk id="22" creationId="{4AC4F3CE-D9DD-4727-0F05-094FCE0C4964}"/>
          </ac:cxnSpMkLst>
        </pc:cxnChg>
        <pc:cxnChg chg="add">
          <ac:chgData name="RAYESSA, Rayessa (NHS HUMBER HEALTH PARTNERSHIP - RWA)" userId="fc062d3d-d04a-4923-9c63-ac42a6288f14" providerId="ADAL" clId="{3009D761-0EA5-4CB2-A23F-7026F97DC100}" dt="2026-01-13T21:51:08.911" v="69" actId="11529"/>
          <ac:cxnSpMkLst>
            <pc:docMk/>
            <pc:sldMk cId="0" sldId="256"/>
            <ac:cxnSpMk id="24" creationId="{7942E0CD-91D6-FA29-A321-A60303F67D6C}"/>
          </ac:cxnSpMkLst>
        </pc:cxnChg>
        <pc:cxnChg chg="add">
          <ac:chgData name="RAYESSA, Rayessa (NHS HUMBER HEALTH PARTNERSHIP - RWA)" userId="fc062d3d-d04a-4923-9c63-ac42a6288f14" providerId="ADAL" clId="{3009D761-0EA5-4CB2-A23F-7026F97DC100}" dt="2026-01-13T21:51:37.729" v="70" actId="11529"/>
          <ac:cxnSpMkLst>
            <pc:docMk/>
            <pc:sldMk cId="0" sldId="256"/>
            <ac:cxnSpMk id="26" creationId="{13455F30-BA79-2909-56C1-6573EE89EEA6}"/>
          </ac:cxnSpMkLst>
        </pc:cxnChg>
        <pc:cxnChg chg="add">
          <ac:chgData name="RAYESSA, Rayessa (NHS HUMBER HEALTH PARTNERSHIP - RWA)" userId="fc062d3d-d04a-4923-9c63-ac42a6288f14" providerId="ADAL" clId="{3009D761-0EA5-4CB2-A23F-7026F97DC100}" dt="2026-01-13T21:51:52.864" v="71" actId="11529"/>
          <ac:cxnSpMkLst>
            <pc:docMk/>
            <pc:sldMk cId="0" sldId="256"/>
            <ac:cxnSpMk id="28" creationId="{2121C81D-5EA1-C875-A98B-C7423989CEEE}"/>
          </ac:cxnSpMkLst>
        </pc:cxnChg>
        <pc:cxnChg chg="add del mod">
          <ac:chgData name="RAYESSA, Rayessa (NHS HUMBER HEALTH PARTNERSHIP - RWA)" userId="fc062d3d-d04a-4923-9c63-ac42a6288f14" providerId="ADAL" clId="{3009D761-0EA5-4CB2-A23F-7026F97DC100}" dt="2026-01-13T22:15:38.423" v="85" actId="478"/>
          <ac:cxnSpMkLst>
            <pc:docMk/>
            <pc:sldMk cId="0" sldId="256"/>
            <ac:cxnSpMk id="30" creationId="{1A1FDCFE-3F86-0803-9DE4-8E7E79E1311B}"/>
          </ac:cxnSpMkLst>
        </pc:cxnChg>
      </pc:sldChg>
      <pc:sldChg chg="new">
        <pc:chgData name="RAYESSA, Rayessa (NHS HUMBER HEALTH PARTNERSHIP - RWA)" userId="fc062d3d-d04a-4923-9c63-ac42a6288f14" providerId="ADAL" clId="{3009D761-0EA5-4CB2-A23F-7026F97DC100}" dt="2026-01-13T22:42:19.492" v="105" actId="680"/>
        <pc:sldMkLst>
          <pc:docMk/>
          <pc:sldMk cId="2783364327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98915" y="388076"/>
            <a:ext cx="2416627" cy="45828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dirty="0"/>
              <a:t>ED</a:t>
            </a:r>
            <a:r>
              <a:rPr lang="en-GB" sz="3200" dirty="0"/>
              <a:t> (floor 0)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303520" y="233172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W</a:t>
            </a:r>
            <a:r>
              <a:rPr lang="en-GB" dirty="0"/>
              <a:t>11</a:t>
            </a:r>
            <a:endParaRPr dirty="0"/>
          </a:p>
          <a:p>
            <a:r>
              <a:rPr dirty="0"/>
              <a:t>28 beds</a:t>
            </a:r>
          </a:p>
          <a:p>
            <a:r>
              <a:rPr lang="en-GB" dirty="0"/>
              <a:t>Rehab</a:t>
            </a:r>
            <a:r>
              <a:rPr dirty="0"/>
              <a:t> &amp; Neurology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331720"/>
            <a:ext cx="27432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W110 (FLOOR 11) </a:t>
            </a:r>
          </a:p>
          <a:p>
            <a:r>
              <a:rPr dirty="0"/>
              <a:t>HASU (8)</a:t>
            </a:r>
          </a:p>
          <a:p>
            <a:r>
              <a:rPr dirty="0"/>
              <a:t>ASU (16)</a:t>
            </a:r>
          </a:p>
          <a:p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457200" y="4114800"/>
            <a:ext cx="347472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dirty="0"/>
              <a:t>Community Bed Base</a:t>
            </a:r>
          </a:p>
          <a:p>
            <a:r>
              <a:rPr dirty="0"/>
              <a:t>ERCH</a:t>
            </a:r>
            <a:r>
              <a:rPr lang="en-GB" dirty="0"/>
              <a:t> (</a:t>
            </a:r>
            <a:r>
              <a:rPr dirty="0"/>
              <a:t>Beverley</a:t>
            </a:r>
            <a:r>
              <a:rPr lang="en-GB" dirty="0"/>
              <a:t>)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5303520" y="4114800"/>
            <a:ext cx="292608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Home</a:t>
            </a:r>
          </a:p>
          <a:p>
            <a:r>
              <a:t>± ESD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F4BA5A1-EAB6-CB67-3515-1CFE7352529C}"/>
              </a:ext>
            </a:extLst>
          </p:cNvPr>
          <p:cNvSpPr/>
          <p:nvPr/>
        </p:nvSpPr>
        <p:spPr>
          <a:xfrm>
            <a:off x="5943600" y="388075"/>
            <a:ext cx="2558143" cy="45828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MRI/CT/CTA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A9E78F4-6100-E415-C094-B67BCC8B2F5B}"/>
              </a:ext>
            </a:extLst>
          </p:cNvPr>
          <p:cNvCxnSpPr>
            <a:stCxn id="2" idx="3"/>
            <a:endCxn id="10" idx="2"/>
          </p:cNvCxnSpPr>
          <p:nvPr/>
        </p:nvCxnSpPr>
        <p:spPr>
          <a:xfrm flipV="1">
            <a:off x="4615542" y="617220"/>
            <a:ext cx="132805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E4792F8-FCC4-BDAF-4A5C-D02A359A996B}"/>
              </a:ext>
            </a:extLst>
          </p:cNvPr>
          <p:cNvSpPr/>
          <p:nvPr/>
        </p:nvSpPr>
        <p:spPr>
          <a:xfrm>
            <a:off x="5573486" y="1276435"/>
            <a:ext cx="2656114" cy="458289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/>
              <a:t>IRT ( FLOOR 2)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F261B61-E863-1BB7-C587-EFB3F0BB8342}"/>
              </a:ext>
            </a:extLst>
          </p:cNvPr>
          <p:cNvCxnSpPr/>
          <p:nvPr/>
        </p:nvCxnSpPr>
        <p:spPr>
          <a:xfrm flipH="1">
            <a:off x="2808514" y="1753689"/>
            <a:ext cx="3657600" cy="4234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C220A87-1428-B012-98FB-7A392F0D4CE7}"/>
              </a:ext>
            </a:extLst>
          </p:cNvPr>
          <p:cNvCxnSpPr>
            <a:cxnSpLocks/>
          </p:cNvCxnSpPr>
          <p:nvPr/>
        </p:nvCxnSpPr>
        <p:spPr>
          <a:xfrm>
            <a:off x="3840481" y="2898593"/>
            <a:ext cx="13966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AC4F3CE-D9DD-4727-0F05-094FCE0C4964}"/>
              </a:ext>
            </a:extLst>
          </p:cNvPr>
          <p:cNvCxnSpPr/>
          <p:nvPr/>
        </p:nvCxnSpPr>
        <p:spPr>
          <a:xfrm>
            <a:off x="7026442" y="846365"/>
            <a:ext cx="0" cy="3567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942E0CD-91D6-FA29-A321-A60303F67D6C}"/>
              </a:ext>
            </a:extLst>
          </p:cNvPr>
          <p:cNvCxnSpPr/>
          <p:nvPr/>
        </p:nvCxnSpPr>
        <p:spPr>
          <a:xfrm flipH="1">
            <a:off x="2464067" y="760396"/>
            <a:ext cx="3705727" cy="1416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3455F30-BA79-2909-56C1-6573EE89EEA6}"/>
              </a:ext>
            </a:extLst>
          </p:cNvPr>
          <p:cNvCxnSpPr/>
          <p:nvPr/>
        </p:nvCxnSpPr>
        <p:spPr>
          <a:xfrm>
            <a:off x="2194560" y="3522846"/>
            <a:ext cx="4355" cy="452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21C81D-5EA1-C875-A98B-C7423989CEEE}"/>
              </a:ext>
            </a:extLst>
          </p:cNvPr>
          <p:cNvCxnSpPr/>
          <p:nvPr/>
        </p:nvCxnSpPr>
        <p:spPr>
          <a:xfrm>
            <a:off x="3840481" y="3522846"/>
            <a:ext cx="2233060" cy="452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Arrow: Curved Left 31">
            <a:extLst>
              <a:ext uri="{FF2B5EF4-FFF2-40B4-BE49-F238E27FC236}">
                <a16:creationId xmlns:a16="http://schemas.microsoft.com/office/drawing/2014/main" id="{A2DE5736-8B9E-05A1-C682-566CA6E7FA94}"/>
              </a:ext>
            </a:extLst>
          </p:cNvPr>
          <p:cNvSpPr/>
          <p:nvPr/>
        </p:nvSpPr>
        <p:spPr>
          <a:xfrm>
            <a:off x="8524258" y="787406"/>
            <a:ext cx="561989" cy="3752646"/>
          </a:xfrm>
          <a:prstGeom prst="curvedLeftArrow">
            <a:avLst>
              <a:gd name="adj1" fmla="val 0"/>
              <a:gd name="adj2" fmla="val 50000"/>
              <a:gd name="adj3" fmla="val 2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E1464B8-AF97-1665-6F33-FBF103BCFB3F}"/>
              </a:ext>
            </a:extLst>
          </p:cNvPr>
          <p:cNvSpPr/>
          <p:nvPr/>
        </p:nvSpPr>
        <p:spPr>
          <a:xfrm>
            <a:off x="8194362" y="2441393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FIT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3364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425ECE2-F5A4-4157-8FD0-4287FA7DDC20}">
  <we:reference id="e849ddb8-6bbd-4833-bd4b-59030099d63e" version="1.0.0.0" store="EXCatalog" storeType="EXCatalog"/>
  <we:alternateReferences>
    <we:reference id="WA200000113" version="1.0.0.0" store="en-GB" storeType="OMEX"/>
  </we:alternateReferences>
  <we:properties/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37c354b2-85b0-47f5-b222-07b48d774ee3}" enabled="0" method="" siteId="{37c354b2-85b0-47f5-b222-07b48d774ee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46</Words>
  <Application>Microsoft Office PowerPoint</Application>
  <PresentationFormat>On-screen Show (4:3)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RAYESSA, Rayessa (NHS HUMBER HEALTH PARTNERSHIP - RWA)</cp:lastModifiedBy>
  <cp:revision>2</cp:revision>
  <dcterms:created xsi:type="dcterms:W3CDTF">2013-01-27T09:14:16Z</dcterms:created>
  <dcterms:modified xsi:type="dcterms:W3CDTF">2026-01-13T22:42:30Z</dcterms:modified>
  <cp:category/>
</cp:coreProperties>
</file>